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problem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forward-propa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periodic-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trend-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experimental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